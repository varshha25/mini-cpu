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4-bit mini CPU designed using digital logic in DEEDS. It demonstrates basic data processing using registers, ALU, and control signals.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minimal CPU</a:t>
            </a:r>
          </a:p>
          <a:p>
            <a:r>
              <a:t>Understand data flow</a:t>
            </a:r>
          </a:p>
          <a:p>
            <a:r>
              <a:t>Implement ALU operations</a:t>
            </a:r>
          </a:p>
          <a:p>
            <a:r>
              <a:t>Learn register control and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4-bit PIPO Registers</a:t>
            </a:r>
          </a:p>
          <a:p>
            <a:r>
              <a:t>4-bit ALU</a:t>
            </a:r>
          </a:p>
          <a:p>
            <a:r>
              <a:t>Multiplexers (4x1)</a:t>
            </a:r>
          </a:p>
          <a:p>
            <a:r>
              <a:t>Switches (inputs)</a:t>
            </a:r>
          </a:p>
          <a:p>
            <a:r>
              <a:t>Control signals (LOAD, SELECT)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 into registers</a:t>
            </a:r>
          </a:p>
          <a:p>
            <a:r>
              <a:t>Select operation using control signals</a:t>
            </a:r>
          </a:p>
          <a:p>
            <a:r>
              <a:t>ALU processes inputs</a:t>
            </a:r>
          </a:p>
          <a:p>
            <a:r>
              <a:t>Result is fed back and stored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understand CPU architecture</a:t>
            </a:r>
          </a:p>
          <a:p>
            <a:r>
              <a:t>Builds foundation for digital design</a:t>
            </a:r>
          </a:p>
          <a:p>
            <a:r>
              <a:t>Useful for VLSI and embedded systems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Performs basic operations like addition and subtraction</a:t>
            </a:r>
          </a:p>
          <a:p>
            <a:r>
              <a:t>Stores intermediate results</a:t>
            </a:r>
          </a:p>
          <a:p>
            <a:r>
              <a:t>Demonstrates simple computation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